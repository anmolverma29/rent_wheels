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RentWheels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MCA Final Year Project Presentation</a:t>
            </a:r>
          </a:p>
          <a:p>
            <a:r>
              <a:t>Premium Vehicle Rental Platform</a:t>
            </a:r>
          </a:p>
          <a:p/>
          <a:p>
            <a:r>
              <a:t>[Your Name] | May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Current vehicle rental processes are highly fragmented and outdated.</a:t>
            </a:r>
          </a:p>
          <a:p>
            <a:pPr lvl="1"/>
            <a:r>
              <a:t>Tedious Document Verification:</a:t>
            </a:r>
          </a:p>
          <a:p>
            <a:pPr lvl="2"/>
            <a:r>
              <a:t>Manual checks for driving licenses cause overhead and delays.</a:t>
            </a:r>
          </a:p>
          <a:p>
            <a:pPr lvl="1"/>
            <a:r>
              <a:t>Lack of Premium Options &amp; Trust:</a:t>
            </a:r>
          </a:p>
          <a:p>
            <a:pPr lvl="2"/>
            <a:r>
              <a:t>Difficult to locate specialized or premium vehicles securely.</a:t>
            </a:r>
          </a:p>
          <a:p>
            <a:pPr lvl="1"/>
            <a:r>
              <a:t>Poor User Interfaces:</a:t>
            </a:r>
          </a:p>
          <a:p>
            <a:pPr lvl="2"/>
            <a:r>
              <a:t>Existing solutions are often unintuitive and do not cater properly to both owners and renters.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We Building? (The Solution)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comprehensive Premium Vehicle Rental Web Application.</a:t>
            </a:r>
          </a:p>
          <a:p>
            <a:pPr lvl="1"/>
            <a:r>
              <a:t>Connects vehicle owners with users looking to rent premium vehicles.</a:t>
            </a:r>
          </a:p>
          <a:p>
            <a:pPr lvl="1"/>
            <a:r>
              <a:t>It eliminates traditional hurdles by providing a single, unified digital platform.</a:t>
            </a:r>
          </a:p>
          <a:p>
            <a:pPr/>
            <a:r>
              <a:t>Key Components:</a:t>
            </a:r>
          </a:p>
          <a:p>
            <a:pPr lvl="1"/>
            <a:r>
              <a:t>Renter Module: For browsing, filtering, and seamless one-click booking.</a:t>
            </a:r>
          </a:p>
          <a:p>
            <a:pPr lvl="1"/>
            <a:r>
              <a:t>Owner Module: For securely listing idle vehicles to generate income.</a:t>
            </a:r>
          </a:p>
          <a:p>
            <a:pPr lvl="1"/>
            <a:r>
              <a:t>Admin Module: For governing the platform, moderating users, and managing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Primary Renters:</a:t>
            </a:r>
          </a:p>
          <a:p>
            <a:pPr lvl="1"/>
            <a:r>
              <a:t>Tourists/Travelers needing reliable, premium vehicles for vacations.</a:t>
            </a:r>
          </a:p>
          <a:p>
            <a:pPr lvl="1"/>
            <a:r>
              <a:t>Corporate clients traveling for business trips.</a:t>
            </a:r>
          </a:p>
          <a:p>
            <a:pPr lvl="1"/>
            <a:r>
              <a:t>Individuals needing high-end vehicles for special occasions (weddings, events).</a:t>
            </a:r>
          </a:p>
          <a:p>
            <a:pPr/>
            <a:r>
              <a:t>Primary Owners:</a:t>
            </a:r>
          </a:p>
          <a:p>
            <a:pPr lvl="1"/>
            <a:r>
              <a:t>People with premium vehicles seeking passive asset monetization.</a:t>
            </a:r>
          </a:p>
          <a:p>
            <a:pPr lvl="1"/>
            <a:r>
              <a:t>Small-scale fleet managers looking for a modern platform to list inventory.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Smart Authentication &amp; Security:</a:t>
            </a:r>
          </a:p>
          <a:p>
            <a:pPr lvl="1"/>
            <a:r>
              <a:t>Secure JWT-based login and mandatory driver's license ID uploads.</a:t>
            </a:r>
          </a:p>
          <a:p>
            <a:pPr/>
            <a:r>
              <a:t>Dynamic Search Engine:</a:t>
            </a:r>
          </a:p>
          <a:p>
            <a:pPr lvl="1"/>
            <a:r>
              <a:t>Filter vehicles by Real-time availability, Make, Model, and Price range.</a:t>
            </a:r>
          </a:p>
          <a:p>
            <a:pPr/>
            <a:r>
              <a:t>Scalable Owner Dashboards:</a:t>
            </a:r>
          </a:p>
          <a:p>
            <a:pPr lvl="1"/>
            <a:r>
              <a:t>Owners can effortlessly add new listings, toggle availability, and track usage.</a:t>
            </a:r>
          </a:p>
          <a:p>
            <a:pPr/>
            <a:r>
              <a:t>Administrative Oversight:</a:t>
            </a:r>
          </a:p>
          <a:p>
            <a:pPr lvl="1"/>
            <a:r>
              <a:t>Centralized view of all platform users for data integrity and moderation.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This Project Is Created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 Development (Client-Side):</a:t>
            </a:r>
          </a:p>
          <a:p>
            <a:pPr lvl="1"/>
            <a:r>
              <a:t>HTML5, CSS3, and Vanilla JavaScript (ES6+).</a:t>
            </a:r>
          </a:p>
          <a:p>
            <a:pPr lvl="1"/>
            <a:r>
              <a:t>Custom state-management system (store.js) optimized for Single Page Application routing.</a:t>
            </a:r>
          </a:p>
          <a:p>
            <a:pPr/>
            <a:r>
              <a:t>Backend Component (Server-Side):</a:t>
            </a:r>
          </a:p>
          <a:p>
            <a:pPr lvl="1"/>
            <a:r>
              <a:t>Python with the Flask framework mapping modular RESTful API endpoints.</a:t>
            </a:r>
          </a:p>
          <a:p>
            <a:pPr/>
            <a:r>
              <a:t>Database Environment:</a:t>
            </a:r>
          </a:p>
          <a:p>
            <a:pPr lvl="1"/>
            <a:r>
              <a:t>SQLite, providing a zero-configuration, transactional SQL database engine.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Client Application Structure:</a:t>
            </a:r>
          </a:p>
          <a:p>
            <a:pPr lvl="1"/>
            <a:r>
              <a:t>Component-based UI modules corresponding to separate Javascript Views (e.g. HomeView, ExploriotView).</a:t>
            </a:r>
          </a:p>
          <a:p>
            <a:pPr/>
            <a:r>
              <a:t>Centralized Store Pattern:</a:t>
            </a:r>
          </a:p>
          <a:p>
            <a:pPr lvl="1"/>
            <a:r>
              <a:t>A universal JS 'store' governs authentication tokens and real-time user state (avoiding prop drilling).</a:t>
            </a:r>
          </a:p>
          <a:p>
            <a:pPr/>
            <a:r>
              <a:t>Backend Micro-Architecture:</a:t>
            </a:r>
          </a:p>
          <a:p>
            <a:pPr lvl="1"/>
            <a:r>
              <a:t>Separation of concerns using auth.py (Handling users) and routes to models.py (Handling DB Queries).</a:t>
            </a:r>
          </a:p>
          <a:p>
            <a:pPr lvl="1"/>
            <a:r>
              <a:t>Request Lifecycle: Browser Event -&gt; Store Dispatch -&gt; API Fetch Endpoint -&gt; DB Transaction &amp; JSON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Case 1: The Urgent Renter</a:t>
            </a:r>
          </a:p>
          <a:p>
            <a:pPr lvl="1"/>
            <a:r>
              <a:t>A user arrives locally and needs a high-end car tomorrow. They register, upload their license, and book a BMW instantly online with guaranteed approval via the platform.</a:t>
            </a:r>
          </a:p>
          <a:p>
            <a:pPr/>
            <a:r>
              <a:t>Use Case 2: The Idle Asset Owner</a:t>
            </a:r>
          </a:p>
          <a:p>
            <a:pPr lvl="1"/>
            <a:r>
              <a:t>An owner with an unused luxury SUV signs up as an owner, lists vehicle details, sets the price, and instantly exposes their car to verified renters.</a:t>
            </a:r>
          </a:p>
          <a:p>
            <a:pPr/>
            <a:r>
              <a:t>Use Case 3: The Administrator</a:t>
            </a:r>
          </a:p>
          <a:p>
            <a:pPr lvl="1"/>
            <a:r>
              <a:t>An Admin logs in to verify platform stats, viewing all current users and ensuring all owner listings comply with platform standards.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Successfully Completed Elements:</a:t>
            </a:r>
          </a:p>
          <a:p>
            <a:pPr lvl="1"/>
            <a:r>
              <a:t>Routing mechanism and entirely modularized UI/UX.</a:t>
            </a:r>
          </a:p>
          <a:p>
            <a:pPr lvl="1"/>
            <a:r>
              <a:t>User Auth (Register/Login via secure JWT tokens), including Admin scopes.</a:t>
            </a:r>
          </a:p>
          <a:p>
            <a:pPr lvl="1"/>
            <a:r>
              <a:t>Sophisticated Database initialization with a seeded roster of Indian premium vehicles.</a:t>
            </a:r>
          </a:p>
          <a:p>
            <a:pPr lvl="1"/>
            <a:r>
              <a:t>Admin dashboard and Owner listing workflows operational.</a:t>
            </a:r>
          </a:p>
          <a:p>
            <a:pPr/>
            <a:r>
              <a:t>Pending / Left to Implement:</a:t>
            </a:r>
          </a:p>
          <a:p>
            <a:pPr lvl="1"/>
            <a:r>
              <a:t>Complete Integration of Live Payment Gateways (such as Stripe).</a:t>
            </a:r>
          </a:p>
          <a:p>
            <a:pPr lvl="1"/>
            <a:r>
              <a:t>Integration of external email/SMS notification APIs for immediate reservation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Upcoming Plans /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Native Mobile Integration:</a:t>
            </a:r>
          </a:p>
          <a:p>
            <a:pPr lvl="1"/>
            <a:r>
              <a:t>Migrating the platform logic to React Native or Flutter to spin off dedicated iOS and Android apps.</a:t>
            </a:r>
          </a:p>
          <a:p>
            <a:pPr/>
            <a:r>
              <a:t>AI-Driven Personalization:</a:t>
            </a:r>
          </a:p>
          <a:p>
            <a:pPr lvl="1"/>
            <a:r>
              <a:t>Introducing machine learning to recommend vehicles based on past user rentals and seasonal trends.</a:t>
            </a:r>
          </a:p>
          <a:p>
            <a:pPr/>
            <a:r>
              <a:t>Dynamic Pricing Intelligence:</a:t>
            </a:r>
          </a:p>
          <a:p>
            <a:pPr lvl="1"/>
            <a:r>
              <a:t>Developing algorithms to raise or lower vehicle prices autonomously depending on holiday demand.</a:t>
            </a:r>
          </a:p>
          <a:p>
            <a:pPr/>
            <a:r>
              <a:t>Eco-Friendly Vertical:</a:t>
            </a:r>
          </a:p>
          <a:p>
            <a:pPr lvl="1"/>
            <a:r>
              <a:t>Expanding our inventory to heavily feature and promote Premium Electric Vehicles (EVs).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 am open to any questions.</a:t>
            </a:r>
          </a:p>
          <a:p/>
          <a:p>
            <a:r>
              <a:t>[Your Contact / Github Info]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