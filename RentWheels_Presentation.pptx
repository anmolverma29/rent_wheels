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RentWheels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Your Premium Vehicle Rental Platform</a:t>
            </a:r>
          </a:p>
          <a:p/>
          <a:p/>
          <a:p/>
          <a:p>
            <a:r>
              <a:t>[Your Name] |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 in Vehicle Rentals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Complex Booking Processes:</a:t>
            </a:r>
          </a:p>
          <a:p>
            <a:pPr lvl="1"/>
            <a:r>
              <a:t>Traditional rental services often have tedious, paper-heavy booking flows.</a:t>
            </a:r>
          </a:p>
          <a:p>
            <a:pPr/>
            <a:r>
              <a:t>Lack of Trust/Verification:</a:t>
            </a:r>
          </a:p>
          <a:p>
            <a:pPr lvl="1"/>
            <a:r>
              <a:t>Hard to verify user identities and driving licenses quickly.</a:t>
            </a:r>
          </a:p>
          <a:p>
            <a:pPr/>
            <a:r>
              <a:t>Limited Premium Options:</a:t>
            </a:r>
          </a:p>
          <a:p>
            <a:pPr lvl="1"/>
            <a:r>
              <a:t>Difficult to find specific, premium, or niche vehicles.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 - RentWheels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Unified Platform:</a:t>
            </a:r>
          </a:p>
          <a:p>
            <a:pPr lvl="1"/>
            <a:r>
              <a:t>A single web application connecting vehicle owners and renters.</a:t>
            </a:r>
          </a:p>
          <a:p>
            <a:pPr/>
            <a:r>
              <a:t>Intuitive UI/UX:</a:t>
            </a:r>
          </a:p>
          <a:p>
            <a:pPr lvl="1"/>
            <a:r>
              <a:t>Modern interface for browsing, booking, and managing rentals.</a:t>
            </a:r>
          </a:p>
          <a:p>
            <a:pPr/>
            <a:r>
              <a:t>Secure Verification:</a:t>
            </a:r>
          </a:p>
          <a:p>
            <a:pPr lvl="1"/>
            <a:r>
              <a:t>Built-in driver's license uploading and authentication.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(Renters)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Search &amp; Browse: Filter through curated premium vehicles.</a:t>
            </a:r>
          </a:p>
          <a:p>
            <a:r>
              <a:t>One-Click Booking: Streamlined reservation system.</a:t>
            </a:r>
          </a:p>
          <a:p>
            <a:r>
              <a:t>Booking History: Dashboard for active and past reservations.</a:t>
            </a:r>
          </a:p>
          <a:p>
            <a:r>
              <a:t>Profile Management: Easy signup, login, and secure license uploads.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(Owners &amp; Admins)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Owner Listings: Secure way for owners to list vehicles and manage availability.</a:t>
            </a:r>
          </a:p>
          <a:p>
            <a:r>
              <a:t>Admin Dashboard: Centralized portal to view users and platform activity.</a:t>
            </a:r>
          </a:p>
          <a:p>
            <a:r>
              <a:t>Platform Safety: Tools to moderate users ensuring community trust.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/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Frontend:</a:t>
            </a:r>
          </a:p>
          <a:p>
            <a:pPr lvl="1"/>
            <a:r>
              <a:t>Vanilla JavaScript, HTML5, CSS3 with a custom state-management system (store.js).</a:t>
            </a:r>
          </a:p>
          <a:p>
            <a:pPr/>
            <a:r>
              <a:t>Backend:</a:t>
            </a:r>
          </a:p>
          <a:p>
            <a:pPr lvl="1"/>
            <a:r>
              <a:t>Python with Flask framework for building robust RESTful APIs.</a:t>
            </a:r>
          </a:p>
          <a:p>
            <a:pPr/>
            <a:r>
              <a:t>Database:</a:t>
            </a:r>
          </a:p>
          <a:p>
            <a:pPr lvl="1"/>
            <a:r>
              <a:t>SQLite for lightweight, reliable data storage.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RentWheels in Action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(Live Demonstration)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Potential &amp; 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Target Market:</a:t>
            </a:r>
          </a:p>
          <a:p>
            <a:pPr lvl="1"/>
            <a:r>
              <a:t>Individuals looking for premium, temporary transportation (vacations, special events, business trips).</a:t>
            </a:r>
          </a:p>
          <a:p>
            <a:pPr/>
            <a:r>
              <a:t>Value Proposition:</a:t>
            </a:r>
          </a:p>
          <a:p>
            <a:pPr lvl="1"/>
            <a:r>
              <a:t>Focusing on user experience and vehicle quality over mass-market volume.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Gateway Integration: Adding Stripe/PayPal for secure transactions.</a:t>
            </a:r>
          </a:p>
          <a:p>
            <a:r>
              <a:t>Advanced Owner Controls: Detailed earning reports and dynamic pricing tools.</a:t>
            </a:r>
          </a:p>
          <a:p>
            <a:r>
              <a:t>Mobile Application: Expanding to a native iOS/Android app.</a:t>
            </a:r>
          </a:p>
          <a:p>
            <a:r>
              <a:t>Review System: Allowing renters to rate vehicles.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Contact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